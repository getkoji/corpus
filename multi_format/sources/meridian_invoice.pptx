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INVOICE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Meridian Supply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2200 Commerce Avenue, Dallas, TX 75201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Phone: (214) 555-0188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Invoice #: INV-2026-04412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Invoice Date: March 22,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Due Date: April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Bill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Horizon Holdings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410 Corporate Drive, Plano, TX 75024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Line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Office furniture — desks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$5,400.00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Office furniture —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$4,320.00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Delivery and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Subtotal: $10,520.00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Tax (8.25%): $867.90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Total Due: $11,387.90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Payment terms: Net 30. Please remit to Meridian Supply Co. at the address above. Thank you for your business.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